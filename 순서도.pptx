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125" d="100"/>
          <a:sy n="125" d="100"/>
        </p:scale>
        <p:origin x="1308" y="-534"/>
      </p:cViewPr>
      <p:guideLst>
        <p:guide orient="horz" pos="384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2F3F-793B-4960-A2CD-79D189BD2208}" type="datetimeFigureOut">
              <a:rPr lang="ko-KR" altLang="en-US" smtClean="0"/>
              <a:t>2020-01-23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B1936-2964-4D9D-8E85-D5E51095C5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669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2F3F-793B-4960-A2CD-79D189BD2208}" type="datetimeFigureOut">
              <a:rPr lang="ko-KR" altLang="en-US" smtClean="0"/>
              <a:t>2020-01-23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B1936-2964-4D9D-8E85-D5E51095C5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7212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2F3F-793B-4960-A2CD-79D189BD2208}" type="datetimeFigureOut">
              <a:rPr lang="ko-KR" altLang="en-US" smtClean="0"/>
              <a:t>2020-01-23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B1936-2964-4D9D-8E85-D5E51095C5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972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2F3F-793B-4960-A2CD-79D189BD2208}" type="datetimeFigureOut">
              <a:rPr lang="ko-KR" altLang="en-US" smtClean="0"/>
              <a:t>2020-01-23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B1936-2964-4D9D-8E85-D5E51095C5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5215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2F3F-793B-4960-A2CD-79D189BD2208}" type="datetimeFigureOut">
              <a:rPr lang="ko-KR" altLang="en-US" smtClean="0"/>
              <a:t>2020-01-23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B1936-2964-4D9D-8E85-D5E51095C5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03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2F3F-793B-4960-A2CD-79D189BD2208}" type="datetimeFigureOut">
              <a:rPr lang="ko-KR" altLang="en-US" smtClean="0"/>
              <a:t>2020-01-23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B1936-2964-4D9D-8E85-D5E51095C5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0926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2F3F-793B-4960-A2CD-79D189BD2208}" type="datetimeFigureOut">
              <a:rPr lang="ko-KR" altLang="en-US" smtClean="0"/>
              <a:t>2020-01-23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B1936-2964-4D9D-8E85-D5E51095C5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5419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2F3F-793B-4960-A2CD-79D189BD2208}" type="datetimeFigureOut">
              <a:rPr lang="ko-KR" altLang="en-US" smtClean="0"/>
              <a:t>2020-01-23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B1936-2964-4D9D-8E85-D5E51095C5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673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2F3F-793B-4960-A2CD-79D189BD2208}" type="datetimeFigureOut">
              <a:rPr lang="ko-KR" altLang="en-US" smtClean="0"/>
              <a:t>2020-01-23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B1936-2964-4D9D-8E85-D5E51095C5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8020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2F3F-793B-4960-A2CD-79D189BD2208}" type="datetimeFigureOut">
              <a:rPr lang="ko-KR" altLang="en-US" smtClean="0"/>
              <a:t>2020-01-23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B1936-2964-4D9D-8E85-D5E51095C5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7269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2F3F-793B-4960-A2CD-79D189BD2208}" type="datetimeFigureOut">
              <a:rPr lang="ko-KR" altLang="en-US" smtClean="0"/>
              <a:t>2020-01-23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B1936-2964-4D9D-8E85-D5E51095C5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8641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E2F3F-793B-4960-A2CD-79D189BD2208}" type="datetimeFigureOut">
              <a:rPr lang="ko-KR" altLang="en-US" smtClean="0"/>
              <a:t>2020-01-23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B1936-2964-4D9D-8E85-D5E51095C5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1192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567940" y="1636914"/>
            <a:ext cx="1722120" cy="4017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계획 수립 및 자료 조사</a:t>
            </a:r>
            <a:endParaRPr lang="ko-KR" altLang="en-US" sz="1000" dirty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567940" y="2290502"/>
            <a:ext cx="1722120" cy="4017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시스템 설계</a:t>
            </a:r>
            <a:endParaRPr lang="ko-KR" altLang="en-US" sz="1000" dirty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18160" y="2290502"/>
            <a:ext cx="1722120" cy="4017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영지식</a:t>
            </a:r>
            <a:r>
              <a:rPr lang="ko-KR" altLang="en-US" sz="1000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연구</a:t>
            </a:r>
            <a:endParaRPr lang="ko-KR" altLang="en-US" sz="1000" dirty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617720" y="2290502"/>
            <a:ext cx="1722120" cy="4017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전체 시스템 구성 및 개발</a:t>
            </a:r>
            <a:endParaRPr lang="ko-KR" altLang="en-US" sz="1000" dirty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567940" y="2944090"/>
            <a:ext cx="1722120" cy="4017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알고리즘 통합</a:t>
            </a:r>
            <a:endParaRPr lang="ko-KR" altLang="en-US" sz="1000" dirty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567940" y="4899659"/>
            <a:ext cx="1722120" cy="4017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가상머신</a:t>
            </a:r>
            <a:r>
              <a:rPr lang="ko-KR" altLang="en-US" sz="1000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개발</a:t>
            </a:r>
            <a:endParaRPr lang="ko-KR" altLang="en-US" sz="1000" dirty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539240" y="5553247"/>
            <a:ext cx="1722120" cy="4017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테스트 코드 작성</a:t>
            </a:r>
            <a:endParaRPr lang="ko-KR" altLang="en-US" sz="1000" dirty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634740" y="5553247"/>
            <a:ext cx="1722120" cy="4017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테스트 시나리오 및 스크립트 작성</a:t>
            </a:r>
            <a:endParaRPr lang="ko-KR" altLang="en-US" sz="1000" dirty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567940" y="6251170"/>
            <a:ext cx="1722120" cy="4017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취약점 확인</a:t>
            </a:r>
            <a:r>
              <a:rPr lang="en-US" altLang="ko-KR" sz="1000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/</a:t>
            </a:r>
            <a:r>
              <a:rPr lang="ko-KR" altLang="en-US" sz="1000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수정</a:t>
            </a:r>
            <a:r>
              <a:rPr lang="en-US" altLang="ko-KR" sz="1000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(Audit)</a:t>
            </a:r>
            <a:endParaRPr lang="ko-KR" altLang="en-US" sz="1000" dirty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567940" y="3592483"/>
            <a:ext cx="1722120" cy="4017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rgbClr val="00B0F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의사 코드 작성</a:t>
            </a:r>
            <a:endParaRPr lang="ko-KR" altLang="en-US" sz="1000" dirty="0">
              <a:solidFill>
                <a:srgbClr val="00B0F0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567940" y="4246071"/>
            <a:ext cx="1722120" cy="4017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rgbClr val="00B0F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유효성 테스트</a:t>
            </a:r>
            <a:endParaRPr lang="ko-KR" altLang="en-US" sz="1000" dirty="0">
              <a:solidFill>
                <a:srgbClr val="00B0F0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cxnSp>
        <p:nvCxnSpPr>
          <p:cNvPr id="18" name="직선 화살표 연결선 17"/>
          <p:cNvCxnSpPr>
            <a:stCxn id="4" idx="2"/>
            <a:endCxn id="7" idx="0"/>
          </p:cNvCxnSpPr>
          <p:nvPr/>
        </p:nvCxnSpPr>
        <p:spPr>
          <a:xfrm>
            <a:off x="3429000" y="2038696"/>
            <a:ext cx="0" cy="251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>
            <a:stCxn id="7" idx="2"/>
            <a:endCxn id="10" idx="0"/>
          </p:cNvCxnSpPr>
          <p:nvPr/>
        </p:nvCxnSpPr>
        <p:spPr>
          <a:xfrm>
            <a:off x="3429000" y="2692284"/>
            <a:ext cx="0" cy="251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4" idx="2"/>
            <a:endCxn id="9" idx="0"/>
          </p:cNvCxnSpPr>
          <p:nvPr/>
        </p:nvCxnSpPr>
        <p:spPr>
          <a:xfrm rot="16200000" flipH="1">
            <a:off x="4327987" y="1139709"/>
            <a:ext cx="251806" cy="204978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stCxn id="4" idx="2"/>
            <a:endCxn id="8" idx="0"/>
          </p:cNvCxnSpPr>
          <p:nvPr/>
        </p:nvCxnSpPr>
        <p:spPr>
          <a:xfrm rot="5400000">
            <a:off x="2278207" y="1139709"/>
            <a:ext cx="251806" cy="204978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>
            <a:stCxn id="10" idx="2"/>
            <a:endCxn id="15" idx="0"/>
          </p:cNvCxnSpPr>
          <p:nvPr/>
        </p:nvCxnSpPr>
        <p:spPr>
          <a:xfrm>
            <a:off x="3429000" y="3345872"/>
            <a:ext cx="0" cy="246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>
            <a:stCxn id="15" idx="2"/>
            <a:endCxn id="16" idx="0"/>
          </p:cNvCxnSpPr>
          <p:nvPr/>
        </p:nvCxnSpPr>
        <p:spPr>
          <a:xfrm>
            <a:off x="3429000" y="3994265"/>
            <a:ext cx="0" cy="251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>
            <a:stCxn id="16" idx="2"/>
            <a:endCxn id="11" idx="0"/>
          </p:cNvCxnSpPr>
          <p:nvPr/>
        </p:nvCxnSpPr>
        <p:spPr>
          <a:xfrm>
            <a:off x="3429000" y="4647853"/>
            <a:ext cx="0" cy="251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꺾인 연결선 34"/>
          <p:cNvCxnSpPr>
            <a:stCxn id="11" idx="2"/>
            <a:endCxn id="12" idx="0"/>
          </p:cNvCxnSpPr>
          <p:nvPr/>
        </p:nvCxnSpPr>
        <p:spPr>
          <a:xfrm rot="5400000">
            <a:off x="2788747" y="4912994"/>
            <a:ext cx="251806" cy="1028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꺾인 연결선 38"/>
          <p:cNvCxnSpPr>
            <a:stCxn id="11" idx="2"/>
            <a:endCxn id="13" idx="0"/>
          </p:cNvCxnSpPr>
          <p:nvPr/>
        </p:nvCxnSpPr>
        <p:spPr>
          <a:xfrm rot="16200000" flipH="1">
            <a:off x="3836497" y="4893944"/>
            <a:ext cx="251806" cy="10668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stCxn id="13" idx="2"/>
            <a:endCxn id="14" idx="0"/>
          </p:cNvCxnSpPr>
          <p:nvPr/>
        </p:nvCxnSpPr>
        <p:spPr>
          <a:xfrm rot="5400000">
            <a:off x="3814330" y="5569699"/>
            <a:ext cx="296141" cy="10668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꺾인 연결선 44"/>
          <p:cNvCxnSpPr>
            <a:stCxn id="12" idx="2"/>
            <a:endCxn id="14" idx="0"/>
          </p:cNvCxnSpPr>
          <p:nvPr/>
        </p:nvCxnSpPr>
        <p:spPr>
          <a:xfrm rot="16200000" flipH="1">
            <a:off x="2766580" y="5588749"/>
            <a:ext cx="296141" cy="1028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꺾인 연결선 50"/>
          <p:cNvCxnSpPr>
            <a:stCxn id="8" idx="2"/>
            <a:endCxn id="10" idx="0"/>
          </p:cNvCxnSpPr>
          <p:nvPr/>
        </p:nvCxnSpPr>
        <p:spPr>
          <a:xfrm rot="16200000" flipH="1">
            <a:off x="2278207" y="1793297"/>
            <a:ext cx="251806" cy="204978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꺾인 연결선 51"/>
          <p:cNvCxnSpPr>
            <a:stCxn id="9" idx="2"/>
            <a:endCxn id="10" idx="0"/>
          </p:cNvCxnSpPr>
          <p:nvPr/>
        </p:nvCxnSpPr>
        <p:spPr>
          <a:xfrm rot="5400000">
            <a:off x="4327987" y="1793297"/>
            <a:ext cx="251806" cy="204978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783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38</Words>
  <Application>Microsoft Office PowerPoint</Application>
  <PresentationFormat>와이드스크린</PresentationFormat>
  <Paragraphs>11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바탕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HyoungSung</dc:creator>
  <cp:lastModifiedBy>Kim HyoungSung</cp:lastModifiedBy>
  <cp:revision>3</cp:revision>
  <dcterms:created xsi:type="dcterms:W3CDTF">2020-01-23T08:32:21Z</dcterms:created>
  <dcterms:modified xsi:type="dcterms:W3CDTF">2020-01-23T08:47:38Z</dcterms:modified>
</cp:coreProperties>
</file>